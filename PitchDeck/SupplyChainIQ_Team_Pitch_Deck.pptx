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23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outcome: this is not “another Power BI project.” The goal is to build a small analytics product end to end. Emphasize three constraints: three people, eight weeks, no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project as a deliberate skill upgrade. We are not repeating the GTA project with a different dataset. We are adding database design, dbt-style transformations, advanced SQL, QA across layers, and a more operational business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decision support. This avoids a common portfolio problem: starting with visuals instead of decisions. The core management question is the anchor for all six analytical areas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important. It shows we care about analytical honesty. We deliberately remove machine learning from scope. We also separate observed analysis from a possible Phase 2 inventory module if a real organization gives us true stock and replenishment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team through the six questions quickly. Stress that question six is the “advanced” layer: a transparent prioritization matrix, not machine learning. We can defend every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intentionally realistic but contained. Local first. Power BI should sit on a modeled SQL layer. dbt is the new skill. Azure is a stretch goal only after the MVP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outcome the team can picture. It is not about cramming charts onto six pages. The sixth page — Operations Priority — is the differentiator: it turns findings into an ordered list of areas management should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roles are proposed, not silos. Everyone writes SQL and participates in findings. Nobody disappears for six weeks and returns with a separate piece. Major work moves through pull requests and peer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weeks is long enough to build something real without becoming a six-month platform. Keep meetings light: 30 minutes, blockers and decisions. Use GitHub issues and PRs so collaboration itself becomes part of the portfolio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agreement on scope. “Done” is not a PBIX file. We need a reproducible database, transformations, SQL analysis, documentation, QA, recommendations, and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team-benefit slide. The point is not only one person’s resume. Each member gets a clear technical ownership area plus experience working through integration, review and business storytelling.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commitment, not feedback on colors. If everyone agrees on scope and eight weeks, the immediate next step is Week 1: repo, board, charter, KPI definitions, data dictionary and ERD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SupplyChainIQ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473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PITCH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SupplyChainIQ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95528" y="19019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7E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Fulfillment, Demand &amp; Profitability Intelligence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" y="257860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3-person, 4-6 week analytics project built like an internal operations product — not a one-off dashboard.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1664208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78408" y="40142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RAW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315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42616" y="4169664"/>
            <a:ext cx="411480" cy="310896"/>
          </a:xfrm>
          <a:prstGeom prst="chevron">
            <a:avLst/>
          </a:prstGeom>
          <a:solidFill>
            <a:srgbClr val="2D6A68"/>
          </a:solidFill>
          <a:ln w="12700">
            <a:solidFill>
              <a:srgbClr val="2D6A6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2953512" y="3886200"/>
            <a:ext cx="1664208" cy="914400"/>
          </a:xfrm>
          <a:prstGeom prst="roundRect">
            <a:avLst>
              <a:gd name="adj" fmla="val 600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063240" y="40142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CLEAN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4952" y="4315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Python + QA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7448" y="4169664"/>
            <a:ext cx="411480" cy="310896"/>
          </a:xfrm>
          <a:prstGeom prst="chevron">
            <a:avLst/>
          </a:prstGeom>
          <a:solidFill>
            <a:srgbClr val="2D6A68"/>
          </a:solidFill>
          <a:ln w="12700">
            <a:solidFill>
              <a:srgbClr val="2D6A6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5038344" y="3886200"/>
            <a:ext cx="1664208" cy="914400"/>
          </a:xfrm>
          <a:prstGeom prst="roundRect">
            <a:avLst>
              <a:gd name="adj" fmla="val 6000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148072" y="40142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9784" y="4315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SQL + dbt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4169664"/>
            <a:ext cx="411480" cy="310896"/>
          </a:xfrm>
          <a:prstGeom prst="chevron">
            <a:avLst/>
          </a:prstGeom>
          <a:solidFill>
            <a:srgbClr val="2D6A68"/>
          </a:solidFill>
          <a:ln w="12700">
            <a:solidFill>
              <a:srgbClr val="2D6A6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7123176" y="3886200"/>
            <a:ext cx="1664208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232904" y="40142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ANALYZE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14616" y="4315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SQL + KPIs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97112" y="4169664"/>
            <a:ext cx="411480" cy="310896"/>
          </a:xfrm>
          <a:prstGeom prst="chevron">
            <a:avLst/>
          </a:prstGeom>
          <a:solidFill>
            <a:srgbClr val="2D6A68"/>
          </a:solidFill>
          <a:ln w="12700">
            <a:solidFill>
              <a:srgbClr val="2D6A6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9208008" y="3886200"/>
            <a:ext cx="1664208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317736" y="401421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ACT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99448" y="4315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Power BI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" y="5623560"/>
            <a:ext cx="178308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14400" y="570128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~180K transactions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88920" y="5623560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2862072" y="5701284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ML in scope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9432" y="5623560"/>
            <a:ext cx="164592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672584" y="5701284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 decision areas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9944" y="5623560"/>
            <a:ext cx="178308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483096" y="570128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 portfolio release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6355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6B8"/>
                </a:solidFill>
              </a:rPr>
              <a:t>TEAM PITCH • PROPOSED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is worth doing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We already know how to clean data and build dashboards. This project adds the missing middle: a real analytical data model, stronger SQL, reproducible transformations, and team delivery.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9377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What we already know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115568" y="27432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Pandas cleaning and validation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115568" y="327355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reporting and business KPIs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895344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115568" y="38039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documentation and project reporting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425696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115568" y="4334256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as a small analytics team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50992" y="3182112"/>
            <a:ext cx="731520" cy="530352"/>
          </a:xfrm>
          <a:prstGeom prst="chevron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6583680" y="1965960"/>
            <a:ext cx="4937760" cy="3200400"/>
          </a:xfrm>
          <a:prstGeom prst="roundRect">
            <a:avLst>
              <a:gd name="adj" fmla="val 171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876288" y="2221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SupplyChainIQ adds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76288" y="2834640"/>
            <a:ext cx="91440" cy="9144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7077456" y="27432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+ star-schema design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76288" y="3273552"/>
            <a:ext cx="91440" cy="9144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077456" y="31821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dbt-style staging and analytical marts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76288" y="3712464"/>
            <a:ext cx="91440" cy="9144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077456" y="3621024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SQL: windows, CTEs, trends, ranking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76288" y="4151376"/>
            <a:ext cx="91440" cy="9144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077456" y="4059936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requests, reviews, testing and integration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4590288"/>
            <a:ext cx="91440" cy="9144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077456" y="4498848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7E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Operations-focused recommendations — not just charts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401568" y="5650992"/>
            <a:ext cx="5394960" cy="329184"/>
          </a:xfrm>
          <a:prstGeom prst="roundRect">
            <a:avLst>
              <a:gd name="adj" fmla="val 19444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474720" y="5728716"/>
            <a:ext cx="5248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8F83"/>
                </a:solidFill>
              </a:rPr>
              <a:t>Portfolio upgrade: dashboard → analytics platform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management decision — not the 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05840" y="162763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“Where are we losing time and money — and what should operations do first?”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2624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859536" y="2944368"/>
            <a:ext cx="402336" cy="402336"/>
          </a:xfrm>
          <a:prstGeom prst="ellipse">
            <a:avLst/>
          </a:prstGeom>
          <a:solidFill>
            <a:srgbClr val="FDEBEC"/>
          </a:solidFill>
          <a:ln w="1524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59536" y="30266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89888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Late deliveries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9536" y="3547872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Which markets, regions, categories and shipping modes miss service expectations?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24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630168" y="2944368"/>
            <a:ext cx="402336" cy="402336"/>
          </a:xfrm>
          <a:prstGeom prst="ellipse">
            <a:avLst/>
          </a:prstGeom>
          <a:solidFill>
            <a:srgbClr val="EAF1FF"/>
          </a:solidFill>
          <a:ln w="1524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630168" y="30266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7E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Unclear root causes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30168" y="3547872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Is the problem the logistics network, the promised SLA, or a specific operating combination?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2743200"/>
            <a:ext cx="2624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400800" y="2944368"/>
            <a:ext cx="402336" cy="402336"/>
          </a:xfrm>
          <a:prstGeom prst="ellipse">
            <a:avLst/>
          </a:prstGeom>
          <a:solidFill>
            <a:srgbClr val="FFF4DD"/>
          </a:solidFill>
          <a:ln w="1524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00800" y="30266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524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31152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Profit leakage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00800" y="3547872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How much revenue and profit are tied to delayed orders, heavy discounts or loss-making products?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70264" y="2743200"/>
            <a:ext cx="2624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9171432" y="2944368"/>
            <a:ext cx="402336" cy="402336"/>
          </a:xfrm>
          <a:prstGeom prst="ellipse">
            <a:avLst/>
          </a:prstGeom>
          <a:solidFill>
            <a:srgbClr val="E8F8F5"/>
          </a:solidFill>
          <a:ln w="1524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171432" y="30266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B5A6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01784" y="29260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1F33"/>
                </a:solidFill>
              </a:rPr>
              <a:t>Weak demand visibility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171432" y="3547872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Which categories are growing, declining or seasonal — and where should operations prepare?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51560" y="56327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8F83"/>
                </a:solidFill>
              </a:rPr>
              <a:t>The project succeeds only if the dashboard changes what an operations manager would investigate next.</a:t>
            </a:r>
            <a:endParaRPr lang="en-US" sz="15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 FIRST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discipline: what V1 can prove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The public dataset is strong for demand, sales, profitability and fulfillment — but it does not contain true on-hand inventory and supplier replenishment history. We should never claim what the data cannot support.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5230368" cy="3246120"/>
          </a:xfrm>
          <a:prstGeom prst="roundRect">
            <a:avLst>
              <a:gd name="adj" fmla="val 1690"/>
            </a:avLst>
          </a:prstGeom>
          <a:solidFill>
            <a:srgbClr val="E8F8F5"/>
          </a:solidFill>
          <a:ln w="12700">
            <a:solidFill>
              <a:srgbClr val="C7E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8F83"/>
                </a:solidFill>
              </a:rPr>
              <a:t>V1 — We can measure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907792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115568" y="281635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Late-delivery and on-time performance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300984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115568" y="3209544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vs actual shipping variance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694176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115568" y="3602736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/ profit exposed to service problems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087368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115568" y="3995928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Discounts, margin and loss-making products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480560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115568" y="438912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Product, customer, market and regional trends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4873752"/>
            <a:ext cx="91440" cy="9144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115568" y="478231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seasonality and month-over-month change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2784" y="2057400"/>
            <a:ext cx="5230368" cy="3246120"/>
          </a:xfrm>
          <a:prstGeom prst="roundRect">
            <a:avLst>
              <a:gd name="adj" fmla="val 1690"/>
            </a:avLst>
          </a:prstGeom>
          <a:solidFill>
            <a:srgbClr val="FDEBEC"/>
          </a:solidFill>
          <a:ln w="12700">
            <a:solidFill>
              <a:srgbClr val="F7C7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528816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5484D"/>
                </a:solidFill>
              </a:rPr>
              <a:t>Not until we have real inventory data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28816" y="2907792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729984" y="281635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stockout rate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28816" y="3300984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729984" y="3209544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turnover / days of inventory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28816" y="3694176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729984" y="3602736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stock and reorder point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28816" y="4087368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729984" y="3995928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lead-time performance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4480560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729984" y="438912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On-hand inventory optimization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28816" y="4873752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729984" y="478231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should we reorder tomorrow?” recommendations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8096" y="5577840"/>
            <a:ext cx="1965960" cy="329184"/>
          </a:xfrm>
          <a:prstGeom prst="roundRect">
            <a:avLst>
              <a:gd name="adj" fmla="val 1944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841248" y="565556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MACHINE LEARNING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1800" y="55595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Phase 2: use the finished prototype to approach a local retailer, food bank, e-commerce seller or distributor for anonymized inventory / order data.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questions drive the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822960" y="158191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22960" y="16824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484D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17904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Fulfillment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Where are late deliveries concentrated?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5484D"/>
                </a:solidFill>
              </a:rPr>
              <a:t>On-time %, Late %, Cancellation 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553712" y="158191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53712" y="16824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7E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48656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SLA realism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167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Are promised shipping times achievable?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D7EFF"/>
                </a:solidFill>
              </a:rPr>
              <a:t>Actual − Scheduled shipping days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41732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284464" y="158191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84464" y="16824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524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79408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Profitability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02752" y="2167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Where is margin being destroyed?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02752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A524"/>
                </a:solidFill>
              </a:rPr>
              <a:t>Revenue, Profit, Margin, Discount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74904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822960" y="391363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2E9FF"/>
          </a:solidFill>
          <a:ln w="12700">
            <a:solidFill>
              <a:srgbClr val="F2E9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22960" y="40142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17904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Product performance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1248" y="4498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What sells — and what actually makes money?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" y="51023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Volume × Profitability segmentation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74904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4553712" y="391363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553712" y="40142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8F83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48656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Demand trends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572000" y="4498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What is growing, declining or seasonal?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0" y="51023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8F83"/>
                </a:solidFill>
              </a:rPr>
              <a:t>MoM / YoY / rolling averages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9872" y="3749040"/>
            <a:ext cx="340156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8284464" y="391363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8284464" y="40142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A148"/>
                </a:solidFill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79408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Management priority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02752" y="4498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What should operations investigate first?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02752" y="51023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4A148"/>
                </a:solidFill>
              </a:rPr>
              <a:t>Service problem × financial exposure × volume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614476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8F83"/>
                </a:solidFill>
              </a:rPr>
              <a:t>Priority is a transparent business rule — not a black-box prediction.</a:t>
            </a:r>
            <a:endParaRPr lang="en-US" sz="12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product: one reproducible analytics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12648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7EFF"/>
                </a:solidFill>
              </a:rPr>
              <a:t>Raw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DataCo files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88136" y="1261872"/>
            <a:ext cx="384048" cy="384048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088136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1901952"/>
            <a:ext cx="320040" cy="310896"/>
          </a:xfrm>
          <a:prstGeom prst="chevron">
            <a:avLst/>
          </a:prstGeom>
          <a:solidFill>
            <a:srgbClr val="8AA7A3"/>
          </a:solidFill>
          <a:ln w="12700">
            <a:solidFill>
              <a:srgbClr val="8AA7A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441448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551176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8F83"/>
                </a:solidFill>
              </a:rPr>
              <a:t>Clean + validate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2888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Python / Pandas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26664" y="1261872"/>
            <a:ext cx="384048" cy="384048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026664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1901952"/>
            <a:ext cx="320040" cy="310896"/>
          </a:xfrm>
          <a:prstGeom prst="chevron">
            <a:avLst/>
          </a:prstGeom>
          <a:solidFill>
            <a:srgbClr val="8AA7A3"/>
          </a:solidFill>
          <a:ln w="12700">
            <a:solidFill>
              <a:srgbClr val="8AA7A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379976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489704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524"/>
                </a:solidFill>
              </a:rPr>
              <a:t>Store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71416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GitHub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5192" y="1261872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965192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1901952"/>
            <a:ext cx="320040" cy="310896"/>
          </a:xfrm>
          <a:prstGeom prst="chevron">
            <a:avLst/>
          </a:prstGeom>
          <a:solidFill>
            <a:srgbClr val="8AA7A3"/>
          </a:solidFill>
          <a:ln w="12700">
            <a:solidFill>
              <a:srgbClr val="8AA7A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318504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F2E9FF"/>
          </a:solidFill>
          <a:ln w="12700">
            <a:solidFill>
              <a:srgbClr val="F2E9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428232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dbt + 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2618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903720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91856" y="1901952"/>
            <a:ext cx="320040" cy="310896"/>
          </a:xfrm>
          <a:prstGeom prst="chevron">
            <a:avLst/>
          </a:prstGeom>
          <a:solidFill>
            <a:srgbClr val="8AA7A3"/>
          </a:solidFill>
          <a:ln w="12700">
            <a:solidFill>
              <a:srgbClr val="8AA7A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257032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8366760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A148"/>
                </a:solidFill>
              </a:rPr>
              <a:t>Analyze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48472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SQL marts / KPIs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42248" y="1261872"/>
            <a:ext cx="384048" cy="384048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842248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30384" y="1901952"/>
            <a:ext cx="320040" cy="310896"/>
          </a:xfrm>
          <a:prstGeom prst="chevron">
            <a:avLst/>
          </a:prstGeom>
          <a:solidFill>
            <a:srgbClr val="8AA7A3"/>
          </a:solidFill>
          <a:ln w="12700">
            <a:solidFill>
              <a:srgbClr val="8AA7A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10195560" y="1508760"/>
            <a:ext cx="1572768" cy="1133856"/>
          </a:xfrm>
          <a:prstGeom prst="roundRect">
            <a:avLst>
              <a:gd name="adj" fmla="val 483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10305288" y="163677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87000" y="193852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Power BI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780776" y="12618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10780776" y="1362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" y="31272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Star schema — Power BI connects to modeled data, not one giant CSV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286000" y="38862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2450592" y="41879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fact_order_items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13232" y="35661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804672" y="37856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dim_date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377440" y="3895344"/>
            <a:ext cx="822960" cy="4480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713232" y="480060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804672" y="50200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dim_customer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77440" y="5129784"/>
            <a:ext cx="82296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4526280" y="35661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4617720" y="37856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dim_product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26280" y="3895344"/>
            <a:ext cx="0" cy="4480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4526280" y="480060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617720" y="50200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dim_geography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26280" y="5129784"/>
            <a:ext cx="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>
            <a:off x="2240280" y="5138928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2331720" y="53583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dim_shipping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904488" y="5468112"/>
            <a:ext cx="82296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>
            <a:off x="6675120" y="3246120"/>
            <a:ext cx="47548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6967728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Core stack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967728" y="4041648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7040880" y="4119372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EFF"/>
                </a:solidFill>
              </a:rPr>
              <a:t>Python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247888" y="404164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8311709" y="4119372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GitHub</a:t>
            </a:r>
          </a:p>
        </p:txBody>
      </p:sp>
      <p:sp>
        <p:nvSpPr>
          <p:cNvPr id="63" name="Shape 61"/>
          <p:cNvSpPr/>
          <p:nvPr/>
        </p:nvSpPr>
        <p:spPr>
          <a:xfrm>
            <a:off x="9802368" y="4041648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2E9FF"/>
          </a:solidFill>
          <a:ln w="12700">
            <a:solidFill>
              <a:srgbClr val="F2E9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9875520" y="4119372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dbt Core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67728" y="455371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7040880" y="463143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A148"/>
                </a:solidFill>
              </a:rPr>
              <a:t>Advanced SQL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613648" y="4553712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8686800" y="4631436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8F83"/>
                </a:solidFill>
              </a:rPr>
              <a:t>Power BI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985248" y="4553712"/>
            <a:ext cx="1234440" cy="329184"/>
          </a:xfrm>
          <a:prstGeom prst="roundRect">
            <a:avLst>
              <a:gd name="adj" fmla="val 19444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10058400" y="4631436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4054"/>
                </a:solidFill>
              </a:rPr>
              <a:t>Git / GitHub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67728" y="51755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Stretch only after the local MVP works: Azure Blob / Azure SQL / Data Factory.</a:t>
            </a:r>
            <a:endParaRPr lang="en-US" sz="115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finished Power BI product should feel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629400" cy="4892040"/>
          </a:xfrm>
          <a:prstGeom prst="roundRect">
            <a:avLst>
              <a:gd name="adj" fmla="val 1121"/>
            </a:avLst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6629400" cy="5029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SUPPLYCHAINIQ  /  EXECUTIVE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993392"/>
            <a:ext cx="1307592" cy="932688"/>
          </a:xfrm>
          <a:prstGeom prst="roundRect">
            <a:avLst>
              <a:gd name="adj" fmla="val 5882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024128" y="21396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D7EFF"/>
                </a:solidFill>
              </a:rPr>
              <a:t>$XX.XM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085"/>
                </a:solidFill>
              </a:rPr>
              <a:t>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1993392"/>
            <a:ext cx="1307592" cy="932688"/>
          </a:xfrm>
          <a:prstGeom prst="roundRect">
            <a:avLst>
              <a:gd name="adj" fmla="val 5882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468880" y="21396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8F83"/>
                </a:solidFill>
              </a:rPr>
              <a:t>$X.XM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450592" y="25420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085"/>
                </a:solidFill>
              </a:rPr>
              <a:t>Profit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03904" y="1993392"/>
            <a:ext cx="1307592" cy="932688"/>
          </a:xfrm>
          <a:prstGeom prst="roundRect">
            <a:avLst>
              <a:gd name="adj" fmla="val 5882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913632" y="21396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A524"/>
                </a:solidFill>
              </a:rPr>
              <a:t>XX.X%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895344" y="25420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085"/>
                </a:solidFill>
              </a:rPr>
              <a:t>On-time 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48656" y="1993392"/>
            <a:ext cx="1307592" cy="932688"/>
          </a:xfrm>
          <a:prstGeom prst="roundRect">
            <a:avLst>
              <a:gd name="adj" fmla="val 5882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358384" y="21396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5484D"/>
                </a:solidFill>
              </a:rPr>
              <a:t>$X.XM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40096" y="254203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7085"/>
                </a:solidFill>
              </a:rPr>
              <a:t>Revenue at risk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54"/>
                </a:solidFill>
              </a:rPr>
              <a:t>Revenue &amp; profit trend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43000" y="4800600"/>
            <a:ext cx="2697480" cy="0"/>
          </a:xfrm>
          <a:prstGeom prst="line">
            <a:avLst/>
          </a:prstGeom>
          <a:noFill/>
          <a:ln w="381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143000" y="4983480"/>
            <a:ext cx="2697480" cy="0"/>
          </a:xfrm>
          <a:prstGeom prst="line">
            <a:avLst/>
          </a:prstGeom>
          <a:noFill/>
          <a:ln w="254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1143000" y="5029200"/>
            <a:ext cx="26974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370832" y="324612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553712" y="3474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54"/>
                </a:solidFill>
              </a:rPr>
              <a:t>Top operational priorities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054"/>
                </a:solidFill>
              </a:rPr>
              <a:t>Europe / Cat 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3950208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971032" y="402793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484D"/>
                </a:solidFill>
              </a:rPr>
              <a:t>Critical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3616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054"/>
                </a:solidFill>
              </a:rPr>
              <a:t>LATAM / Cat 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97880" y="4334256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971032" y="441198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524"/>
                </a:solidFill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7457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054"/>
                </a:solidFill>
              </a:rPr>
              <a:t>US / Cat 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97880" y="4718304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5971032" y="479602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8F83"/>
                </a:solidFill>
              </a:rPr>
              <a:t>Monitor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Six pages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772400" y="1938528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7772400" y="20391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01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Executive Overview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772400" y="2560320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772400" y="266090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02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0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Fulfillment &amp; SLA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772400" y="3182112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7772400" y="32826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03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32552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Profitability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772400" y="3803904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7772400" y="3904488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04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12480" y="38770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Product &amp; Market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772400" y="442569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7772400" y="452628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05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412480" y="4498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Demand &amp; Trends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7772400" y="5047488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7772400" y="514807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412480" y="5120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8F83"/>
                </a:solidFill>
              </a:rPr>
              <a:t>Operations Priority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772400" y="5742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8F83"/>
                </a:solidFill>
              </a:rPr>
              <a:t>Every page must answer: “What decision does this visual support?”</a:t>
            </a:r>
            <a:endParaRPr lang="en-US" sz="12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 three-person split — with shared ownership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182112" cy="41148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3182112" cy="109728"/>
          </a:xfrm>
          <a:prstGeom prst="rect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77824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Project Lead + Analytics Lead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7824" y="226771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50976" y="234543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EFF"/>
                </a:solidFill>
              </a:rPr>
              <a:t>Proposed owner: 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07792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078992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+ KPI definitions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300984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078992" y="320954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Star-schema architecture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3694176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078992" y="3602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SQL + fulfillment analysis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087368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078992" y="399592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prioritization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7824" y="4480560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078992" y="4389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/ SQL review + integration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4873752"/>
            <a:ext cx="91440" cy="9144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78992" y="47823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recommendations + presentation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33088" y="1325880"/>
            <a:ext cx="3182112" cy="41148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133088" y="1325880"/>
            <a:ext cx="3182112" cy="109728"/>
          </a:xfrm>
          <a:prstGeom prst="rect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352544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Data / ETL Analyst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52544" y="226771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425696" y="234543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8F83"/>
                </a:solidFill>
              </a:rPr>
              <a:t>Member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52544" y="2907792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553712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profiling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52544" y="3300984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553712" y="320954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cleaning pipeline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52544" y="3694176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553712" y="3602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Data-quality validation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52544" y="4087368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553712" y="399592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loading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52544" y="4480560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4553712" y="4389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staging / transformations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352544" y="4873752"/>
            <a:ext cx="91440" cy="91440"/>
          </a:xfrm>
          <a:prstGeom prst="ellipse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553712" y="47823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documentation + tests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07808" y="1325880"/>
            <a:ext cx="3182112" cy="41148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7607808" y="1325880"/>
            <a:ext cx="3182112" cy="10972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827264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BI / Business Analyst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827264" y="2267712"/>
            <a:ext cx="1508760" cy="329184"/>
          </a:xfrm>
          <a:prstGeom prst="roundRect">
            <a:avLst>
              <a:gd name="adj" fmla="val 19444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900416" y="2345436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524"/>
                </a:solidFill>
              </a:rPr>
              <a:t>Member 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27264" y="2907792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8028432" y="28163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827264" y="3300984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8028432" y="320954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model + DAX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827264" y="3694176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8028432" y="3602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category analysis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827264" y="4087368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8028432" y="399592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and trend analysis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27264" y="4480560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8028432" y="4389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UX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827264" y="4873752"/>
            <a:ext cx="91440" cy="914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8028432" y="47823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visual storytelling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58368" y="5614416"/>
            <a:ext cx="10131552" cy="566928"/>
          </a:xfrm>
          <a:prstGeom prst="roundRect">
            <a:avLst>
              <a:gd name="adj" fmla="val 967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877824" y="58247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SHARED: SQL contributions  •  data-quality decisions  •  code review  •  QA  •  README  •  business recommendations  •  final demo</a:t>
            </a:r>
            <a:endParaRPr lang="en-US" sz="108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4-6 weeks from kickoff to portfolio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10149840" cy="0"/>
          </a:xfrm>
          <a:prstGeom prst="line">
            <a:avLst/>
          </a:prstGeom>
          <a:noFill/>
          <a:ln w="38100">
            <a:solidFill>
              <a:srgbClr val="C7D0D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033272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033272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86384" y="15179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Charter + 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828800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Business questions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Data dictionary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61872" y="2286000"/>
            <a:ext cx="0" cy="347472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2423160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423160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3401568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176272" y="35478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Clean + validate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76272" y="38587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Data quality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Cleaning rules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3090672"/>
            <a:ext cx="0" cy="310896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813048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813048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93008" y="137160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566160" y="15179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Database +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1828800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Star schema + dbt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41648" y="2286000"/>
            <a:ext cx="0" cy="347472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5202936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202936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82896" y="3401568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956048" y="35478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Fulfillment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8587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SLA / late delivery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SQL findings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31536" y="3090672"/>
            <a:ext cx="0" cy="310896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6592824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592824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72784" y="137160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345936" y="15179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Profitability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1828800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Product / market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Financial exposure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21424" y="2286000"/>
            <a:ext cx="0" cy="347472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7982712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7982712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62672" y="3401568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7735824" y="35478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Demand trends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35824" y="38587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Seasonality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SQL / Python trends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11312" y="3090672"/>
            <a:ext cx="0" cy="310896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9372600" y="263347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9372600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52560" y="1371600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9125712" y="15179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Power BI + QA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25712" y="1828800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Dashboard MVP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Reconcile totals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601200" y="2286000"/>
            <a:ext cx="0" cy="347472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10762488" y="2633472"/>
            <a:ext cx="457200" cy="45720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10762488" y="275234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442448" y="3401568"/>
            <a:ext cx="1097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10515600" y="35478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Release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515600" y="38587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Recommendations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README + demo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991088" y="3090672"/>
            <a:ext cx="0" cy="310896"/>
          </a:xfrm>
          <a:prstGeom prst="line">
            <a:avLst/>
          </a:prstGeom>
          <a:noFill/>
          <a:ln w="1397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914400" y="4983480"/>
            <a:ext cx="10149840" cy="804672"/>
          </a:xfrm>
          <a:prstGeom prst="roundRect">
            <a:avLst>
              <a:gd name="adj" fmla="val 6818"/>
            </a:avLst>
          </a:prstGeom>
          <a:solidFill>
            <a:srgbClr val="E8F8F5"/>
          </a:solidFill>
          <a:ln w="12700">
            <a:solidFill>
              <a:srgbClr val="C7E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1143000" y="5230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8F83"/>
                </a:solidFill>
              </a:rPr>
              <a:t>Lightweight team rhythm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063240" y="520293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30-min weekly sync  •  GitHub board: Backlog → Ready → In Progress → Review → Done  •  Feature branches + pull requests  •  major merges reviewed</a:t>
            </a:r>
            <a:endParaRPr lang="en-US" sz="11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of done: what we should actually 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230368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272784" y="1389888"/>
            <a:ext cx="5230368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Data product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47104" y="17007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Portfolio release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2359152"/>
            <a:ext cx="310896" cy="310896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32688" y="24185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08176" y="2331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Automated cleaning + validation pipeline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2688" y="3017520"/>
            <a:ext cx="310896" cy="310896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932688" y="30769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08176" y="2990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SQL analytical database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2688" y="3675888"/>
            <a:ext cx="310896" cy="310896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932688" y="37353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08176" y="36484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Star schema + dbt transformation layer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4334256"/>
            <a:ext cx="310896" cy="310896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932688" y="43936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08176" y="43068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15+ meaningful SQL analyses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2688" y="4992624"/>
            <a:ext cx="310896" cy="310896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32688" y="5052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08176" y="4965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Documented data-quality rules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47104" y="2359152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547104" y="24185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2592" y="23317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6-page Power BI decision dashboard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47104" y="3017520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547104" y="30769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22592" y="2990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Python / SQL / Power BI totals reconciled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47104" y="3675888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547104" y="37353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36484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Architecture diagram + data dictionary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47104" y="4334256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547104" y="43936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22592" y="43068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Executive recommendations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47104" y="4992624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547104" y="50520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4965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README + 5–10 minute demo / presentation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938528" y="598932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2194560" y="6144768"/>
            <a:ext cx="7818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QA rule: if Python ≠ SQL ≠ Power BI, we do not ship.</a:t>
            </a:r>
            <a:endParaRPr lang="en-US" sz="11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2B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PAYOFF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a strong project for all three of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28016" cy="1572768"/>
          </a:xfrm>
          <a:prstGeom prst="rect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78408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Interview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0848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We can explain an end-to-end analytics product: requirements → data quality → relational model → SQL → Power BI → recommendations.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08192" y="138988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108192" y="1389888"/>
            <a:ext cx="128016" cy="1572768"/>
          </a:xfrm>
          <a:prstGeom prst="rect">
            <a:avLst/>
          </a:prstGeom>
          <a:solidFill>
            <a:srgbClr val="0B8F83"/>
          </a:solidFill>
          <a:ln w="12700">
            <a:solidFill>
              <a:srgbClr val="0B8F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428232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Real collaboration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0848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Git issues, feature branches, PR reviews, integration and shared QA create evidence of how we work on a team.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456432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58368" y="3456432"/>
            <a:ext cx="128016" cy="157276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78408" y="3712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Technical depth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8408" y="415137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Advanced SQL, PostgreSQL, dbt, star-schema design and KPI reconciliation go beyond a typical dashboard portfolio project.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08192" y="3456432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BFC5D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108192" y="3456432"/>
            <a:ext cx="128016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428232" y="3712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Real-world path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8232" y="415137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</a:rPr>
              <a:t>Once the prototype exists, we can approach a local organization and plug in genuine inventory / replenishment data as Phase 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486400"/>
            <a:ext cx="10680192" cy="566928"/>
          </a:xfrm>
          <a:prstGeom prst="roundRect">
            <a:avLst>
              <a:gd name="adj" fmla="val 967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14400" y="569671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The resume story: “Led a 3-person team building an end-to-end supply-chain analytics platform using Python, PostgreSQL, dbt, SQL and Power BI.”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D7E3EF"/>
                </a:solidFill>
              </a:rPr>
              <a:t>Are we willing to commit to 4-6 week build and run it like a small analytics team?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14400" y="28620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00200" y="27249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Lock the scope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86200" y="27249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8D8"/>
                </a:solidFill>
              </a:rPr>
              <a:t>No ML. V1 = fulfillment, profitability, demand trends and operations priority.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914400" y="37764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3639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Choose roles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86200" y="36393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8D8"/>
                </a:solidFill>
              </a:rPr>
              <a:t>Lead / Analytics • Data / ETL • BI / Business — with shared SQL and QA.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14400" y="46908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45537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Kick off Week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86200" y="45537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8D8"/>
                </a:solidFill>
              </a:rPr>
              <a:t>Create repo + GitHub board, read the dataset, write the charter, define KPIs and sketch the ERD.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715000"/>
            <a:ext cx="342900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941832" y="5792724"/>
            <a:ext cx="3282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DataCo SMART Supply Chain • Phase 1 dataset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5715000"/>
            <a:ext cx="3154680" cy="329184"/>
          </a:xfrm>
          <a:prstGeom prst="roundRect">
            <a:avLst>
              <a:gd name="adj" fmla="val 19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99432" y="5792724"/>
            <a:ext cx="3008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organization outreach • Phase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5715000"/>
            <a:ext cx="2880360" cy="329184"/>
          </a:xfrm>
          <a:prstGeom prst="roundRect">
            <a:avLst>
              <a:gd name="adj" fmla="val 19444"/>
            </a:avLst>
          </a:prstGeom>
          <a:solidFill>
            <a:srgbClr val="12B5A6"/>
          </a:solidFill>
          <a:ln w="12700">
            <a:solidFill>
              <a:srgbClr val="12B5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982712" y="5792724"/>
            <a:ext cx="2734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</a:rPr>
              <a:t>8 weeks • 3 people • 1 release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1797</Words>
  <Application>Microsoft Office PowerPoint</Application>
  <PresentationFormat>Widescreen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SupplyChainIQ — Team Pitch Deck</dc:title>
  <dc:subject>SupplyChainIQ project pitch</dc:subject>
  <dc:creator>OpenAI</dc:creator>
  <cp:lastModifiedBy>rebal mallick</cp:lastModifiedBy>
  <cp:revision>4</cp:revision>
  <dcterms:created xsi:type="dcterms:W3CDTF">2026-10-14T18:26:36Z</dcterms:created>
  <dcterms:modified xsi:type="dcterms:W3CDTF">2026-10-14T19:40:42Z</dcterms:modified>
</cp:coreProperties>
</file>